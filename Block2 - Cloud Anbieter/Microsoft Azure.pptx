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257055-B457-4FDA-804D-41F1570FA244}" v="89" dt="2023-12-04T09:23:24.381"/>
    <p1510:client id="{E43B7E39-1E28-D406-6F2B-C29607F60D2D}" v="317" dt="2023-12-04T09:28:08.0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15DD8A-CDB7-1043-C1DE-17CDDF463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C320C4B-6A61-5CF8-B236-196AEC6D1B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59FA24-9928-7895-8AAE-A1C873C0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CA7B4-4930-41BD-828A-0FE72B08D42B}" type="datetimeFigureOut">
              <a:rPr lang="de-CH" smtClean="0"/>
              <a:t>04.12.2023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874089-C6ED-E9E4-D428-5DEAEC88B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39CE02A-D27D-E6F6-C6D6-0780AA2D1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B0F15-E743-403B-B7A1-0DED20B4A94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75059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CB05E8-8971-1A1D-3882-DC4276DB5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34A45D-C815-450F-3F50-AEADCEE85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946741-E2D6-1984-CB2E-DC8A6C2AD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CA7B4-4930-41BD-828A-0FE72B08D42B}" type="datetimeFigureOut">
              <a:rPr lang="de-CH" smtClean="0"/>
              <a:t>04.12.2023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DCC4CE-9B27-CE71-BDC4-3303B5DBA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FBE9DE-CA6E-62B2-9C9F-00BAC9435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B0F15-E743-403B-B7A1-0DED20B4A94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45512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7FC2D3-E187-8438-F6AA-297522767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04147C7-923F-B493-ECAC-E77DC014B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3E0592-854F-1C00-0E7D-87992D4FB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CA7B4-4930-41BD-828A-0FE72B08D42B}" type="datetimeFigureOut">
              <a:rPr lang="de-CH" smtClean="0"/>
              <a:t>04.12.2023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49AA68-23DB-DEA9-9DDE-36A53F48D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2A43B5-C93A-1B5A-1318-BBA6BA55A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B0F15-E743-403B-B7A1-0DED20B4A94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3758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0E5488-E881-2D0A-5A69-D09A55100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B9F39D1-D72C-6C0C-9D35-4C581EE84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4D8A8B6-ECFE-1A48-256E-2C14D4D94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450504A-2060-3609-98C5-DF92F8BAA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CA7B4-4930-41BD-828A-0FE72B08D42B}" type="datetimeFigureOut">
              <a:rPr lang="de-CH" smtClean="0"/>
              <a:t>04.12.2023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0860A87-A4D6-8BD0-C484-4F2241F2A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277BA94-1B98-F81B-F407-DFEE8FDBE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B0F15-E743-403B-B7A1-0DED20B4A94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01514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F83CB3-6879-B6C9-A47D-E48DA72E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8C7B636-B9E8-212A-1B5E-0726ABBBB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AE94E40-76B7-D21F-D714-99EAEEB73F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E5617BE-4C29-9891-05E7-DEDC289F28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06D9217-2155-A61C-551A-B413E404B7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AB4767A-6E78-6E31-AA16-E53F45205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CA7B4-4930-41BD-828A-0FE72B08D42B}" type="datetimeFigureOut">
              <a:rPr lang="de-CH" smtClean="0"/>
              <a:t>04.12.2023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2607EB6-8C23-4B5F-37C4-4502584E8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78F0963-7442-D407-A3DD-89BA42778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B0F15-E743-403B-B7A1-0DED20B4A94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31834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34AE0F-DE27-7C17-7F94-E6EE1391C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DD86FAA-C604-B876-D2C1-6246F76DF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CA7B4-4930-41BD-828A-0FE72B08D42B}" type="datetimeFigureOut">
              <a:rPr lang="de-CH" smtClean="0"/>
              <a:t>04.12.2023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D472283-02FA-CCDB-51CA-5F780266A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875D2A1-435E-B683-1610-FA9471813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B0F15-E743-403B-B7A1-0DED20B4A94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0331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EE20315-E3D5-3CDA-7247-AE8385CCF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CA7B4-4930-41BD-828A-0FE72B08D42B}" type="datetimeFigureOut">
              <a:rPr lang="de-CH" smtClean="0"/>
              <a:t>04.12.2023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2FFC9F1-8F86-2050-7531-01F736356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7123353-4A85-1598-A755-3E16DABDD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B0F15-E743-403B-B7A1-0DED20B4A94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8141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CDD972-9F96-5DD8-8654-BA20AD153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FC22A7F-39D8-A0BE-0B8D-8D7551E2D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27F9438-F235-E1A4-B14B-56F41B63DC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17B9890-5468-6F3F-48CA-A30F07126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CA7B4-4930-41BD-828A-0FE72B08D42B}" type="datetimeFigureOut">
              <a:rPr lang="de-CH" smtClean="0"/>
              <a:t>04.12.2023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9122418-2419-BF74-BE0E-537212112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95BDAFC-4E00-4033-8590-4A34F63D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B0F15-E743-403B-B7A1-0DED20B4A94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83308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7EA410-8638-A4E7-1CE7-C4DECA275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FBF9A84-5BF2-4187-E64A-ED0D70A35D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CC10AD4-1015-356C-6EEC-55BC369E9F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4D107D9-6F45-690D-632F-0EDF82CCA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CA7B4-4930-41BD-828A-0FE72B08D42B}" type="datetimeFigureOut">
              <a:rPr lang="de-CH" smtClean="0"/>
              <a:t>04.12.2023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A69D322-8285-F162-211F-05B13ECFB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4AE8860-3AA7-6218-C9CE-E376517AF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B0F15-E743-403B-B7A1-0DED20B4A94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58035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B0DEA9-2602-D4D6-4438-7416F45AF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4EF34AA-C518-5D85-6352-78C01931A1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341405-6336-B895-D963-EFF6E91F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CA7B4-4930-41BD-828A-0FE72B08D42B}" type="datetimeFigureOut">
              <a:rPr lang="de-CH" smtClean="0"/>
              <a:t>04.12.2023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B1A84A-2F02-4196-7220-716E45788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C630B0-7915-CF6A-23D9-6766FC95B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B0F15-E743-403B-B7A1-0DED20B4A94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33000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AB1A976-F265-9E03-AC08-EB15483CF3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78EDB81-B0E4-1419-1479-D9BB3DF245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0765903-BE72-4397-CE2C-DFDCC3376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CA7B4-4930-41BD-828A-0FE72B08D42B}" type="datetimeFigureOut">
              <a:rPr lang="de-CH" smtClean="0"/>
              <a:t>04.12.2023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0FD9B6C-A293-1F3B-6B12-B705B5A6D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96A97F-B391-3AF7-065B-E1C67335A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B0F15-E743-403B-B7A1-0DED20B4A94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63386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513209A-EF7F-B514-10BA-E1030053B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ACFD36F-EC0B-FBC5-5052-129112ED2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EFA7A7-00A5-1C30-1ECD-36575CE1D1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6CA7B4-4930-41BD-828A-0FE72B08D42B}" type="datetimeFigureOut">
              <a:rPr lang="de-CH" smtClean="0"/>
              <a:t>04.12.2023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CC7A31-2B02-55D6-D1C9-A2022B72F6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91ECE3-5043-191F-B6F9-280FB42F97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B0F15-E743-403B-B7A1-0DED20B4A94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97628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EC7C5D-081F-9BCF-3ED8-B7A28B06C8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11763"/>
          </a:xfrm>
        </p:spPr>
        <p:txBody>
          <a:bodyPr/>
          <a:lstStyle/>
          <a:p>
            <a:r>
              <a:rPr lang="de-CH"/>
              <a:t>Microsoft Azure</a:t>
            </a:r>
          </a:p>
        </p:txBody>
      </p:sp>
      <p:pic>
        <p:nvPicPr>
          <p:cNvPr id="1026" name="Picture 2" descr="Soluções corporativas - Microsoft Azure | Cloud Computing | Office 365 ...">
            <a:extLst>
              <a:ext uri="{FF2B5EF4-FFF2-40B4-BE49-F238E27FC236}">
                <a16:creationId xmlns:a16="http://schemas.microsoft.com/office/drawing/2014/main" id="{26101826-12BE-4195-330B-1AC01F5DE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8575" y="3033462"/>
            <a:ext cx="451485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7327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116BAB-A627-B382-A44D-3A6B0E75E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>
                <a:ea typeface="Calibri Light"/>
                <a:cs typeface="Calibri Light"/>
              </a:rPr>
              <a:t>Firma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DF046B-2652-9FA7-CD73-D0BEB6EA6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CH" sz="2000" b="1">
                <a:solidFill>
                  <a:srgbClr val="1D2125"/>
                </a:solidFill>
                <a:ea typeface="+mn-lt"/>
                <a:cs typeface="+mn-lt"/>
              </a:rPr>
              <a:t>Gründungsjahr:</a:t>
            </a:r>
            <a:br>
              <a:rPr lang="de-CH" sz="2000" b="1">
                <a:solidFill>
                  <a:srgbClr val="1D2125"/>
                </a:solidFill>
                <a:ea typeface="+mn-lt"/>
                <a:cs typeface="+mn-lt"/>
              </a:rPr>
            </a:br>
            <a:r>
              <a:rPr lang="de-CH" sz="2000" b="1">
                <a:solidFill>
                  <a:srgbClr val="1D2125"/>
                </a:solidFill>
                <a:ea typeface="+mn-lt"/>
                <a:cs typeface="+mn-lt"/>
              </a:rPr>
              <a:t>- Azure: 2010</a:t>
            </a:r>
            <a:br>
              <a:rPr lang="de-CH" sz="2000" b="1">
                <a:solidFill>
                  <a:srgbClr val="1D2125"/>
                </a:solidFill>
                <a:ea typeface="+mn-lt"/>
                <a:cs typeface="+mn-lt"/>
              </a:rPr>
            </a:br>
            <a:r>
              <a:rPr lang="de-CH" sz="2000" b="1">
                <a:solidFill>
                  <a:srgbClr val="1D2125"/>
                </a:solidFill>
                <a:ea typeface="+mn-lt"/>
                <a:cs typeface="+mn-lt"/>
              </a:rPr>
              <a:t>- Microsoft: 1975</a:t>
            </a:r>
          </a:p>
          <a:p>
            <a:endParaRPr lang="de-CH" sz="2000" b="1">
              <a:solidFill>
                <a:srgbClr val="1D2125"/>
              </a:solidFill>
              <a:ea typeface="+mn-lt"/>
              <a:cs typeface="+mn-lt"/>
            </a:endParaRPr>
          </a:p>
          <a:p>
            <a:r>
              <a:rPr lang="de-CH" sz="2000" b="1">
                <a:solidFill>
                  <a:srgbClr val="1D2125"/>
                </a:solidFill>
                <a:ea typeface="+mn-lt"/>
                <a:cs typeface="+mn-lt"/>
              </a:rPr>
              <a:t>Firmensitz: </a:t>
            </a:r>
            <a:r>
              <a:rPr lang="de-CH" sz="2000" b="1">
                <a:solidFill>
                  <a:srgbClr val="1D2125"/>
                </a:solidFill>
                <a:latin typeface="Calibri"/>
                <a:ea typeface="Calibri"/>
                <a:cs typeface="Calibri"/>
              </a:rPr>
              <a:t>Redmond, Washington</a:t>
            </a:r>
            <a:endParaRPr lang="de-CH" sz="1000">
              <a:solidFill>
                <a:srgbClr val="444444"/>
              </a:solidFill>
              <a:latin typeface="Roboto"/>
              <a:ea typeface="Roboto"/>
              <a:cs typeface="Roboto"/>
            </a:endParaRPr>
          </a:p>
          <a:p>
            <a:endParaRPr lang="de-CH" sz="2000" b="1">
              <a:solidFill>
                <a:srgbClr val="1D2125"/>
              </a:solidFill>
              <a:ea typeface="+mn-lt"/>
              <a:cs typeface="+mn-lt"/>
            </a:endParaRPr>
          </a:p>
          <a:p>
            <a:r>
              <a:rPr lang="de-CH" sz="2000" b="1">
                <a:solidFill>
                  <a:srgbClr val="1D2125"/>
                </a:solidFill>
                <a:ea typeface="+mn-lt"/>
                <a:cs typeface="+mn-lt"/>
              </a:rPr>
              <a:t> Umsatz: 168 Milliarden US-Dollar</a:t>
            </a:r>
            <a:endParaRPr lang="de-CH" sz="1000">
              <a:solidFill>
                <a:srgbClr val="444444"/>
              </a:solidFill>
              <a:latin typeface="Roboto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768920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E66E9-CEAF-FB42-B341-FA23EB74C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Cloud &amp; </a:t>
            </a:r>
            <a:r>
              <a:rPr lang="en-US" err="1">
                <a:ea typeface="Calibri Light"/>
                <a:cs typeface="Calibri Light"/>
              </a:rPr>
              <a:t>Dienste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3CF6F-CB87-0E73-3830-39AAA06C3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>
                <a:ea typeface="Calibri"/>
                <a:cs typeface="Calibri"/>
              </a:rPr>
              <a:t>Anzahl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Dienste</a:t>
            </a:r>
            <a:r>
              <a:rPr lang="en-US">
                <a:ea typeface="Calibri"/>
                <a:cs typeface="Calibri"/>
              </a:rPr>
              <a:t>: 21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 err="1">
                <a:ea typeface="Calibri"/>
                <a:cs typeface="Calibri"/>
              </a:rPr>
              <a:t>Anzahl</a:t>
            </a:r>
            <a:r>
              <a:rPr lang="en-US">
                <a:ea typeface="Calibri"/>
                <a:cs typeface="Calibri"/>
              </a:rPr>
              <a:t> Regionen: 58</a:t>
            </a:r>
            <a:br>
              <a:rPr lang="en-US">
                <a:ea typeface="Calibri"/>
                <a:cs typeface="Calibri"/>
              </a:rPr>
            </a:br>
            <a:r>
              <a:rPr lang="en-US">
                <a:ea typeface="Calibri"/>
                <a:cs typeface="Calibri"/>
              </a:rPr>
              <a:t>- </a:t>
            </a:r>
            <a:r>
              <a:rPr lang="en-US" err="1">
                <a:ea typeface="Calibri"/>
                <a:cs typeface="Calibri"/>
              </a:rPr>
              <a:t>Jede</a:t>
            </a:r>
            <a:r>
              <a:rPr lang="en-US">
                <a:ea typeface="Calibri"/>
                <a:cs typeface="Calibri"/>
              </a:rPr>
              <a:t> Region hat </a:t>
            </a:r>
            <a:r>
              <a:rPr lang="en-US" err="1">
                <a:ea typeface="Calibri"/>
                <a:cs typeface="Calibri"/>
              </a:rPr>
              <a:t>mehrere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Rechenzentren</a:t>
            </a:r>
            <a:r>
              <a:rPr lang="en-US">
                <a:ea typeface="Calibri"/>
                <a:cs typeface="Calibri"/>
              </a:rPr>
              <a:t> für Redundanz.</a:t>
            </a: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3332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F605B-1813-F275-0166-27636F5F1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Calibri Light"/>
                <a:cs typeface="Calibri Light"/>
              </a:rPr>
              <a:t>Wichtigste</a:t>
            </a:r>
            <a:r>
              <a:rPr lang="en-US">
                <a:ea typeface="Calibri Light"/>
                <a:cs typeface="Calibri Light"/>
              </a:rPr>
              <a:t> Services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E7A12-CA55-F59E-11D2-A477AECAA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1949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>
                <a:ea typeface="Calibri"/>
                <a:cs typeface="Calibri"/>
              </a:rPr>
              <a:t>IaaS -&gt; Azure Virtual Machine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PaaS -&gt; Azure App Service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 err="1">
                <a:ea typeface="Calibri"/>
                <a:cs typeface="Calibri"/>
              </a:rPr>
              <a:t>Datenbankdienste</a:t>
            </a:r>
            <a:r>
              <a:rPr lang="en-US">
                <a:ea typeface="Calibri"/>
                <a:cs typeface="Calibri"/>
              </a:rPr>
              <a:t>: Azure SQL Database, Azure Cosmos DB, Azure for PostgreSQL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 err="1">
                <a:ea typeface="Calibri"/>
                <a:cs typeface="Calibri"/>
              </a:rPr>
              <a:t>FaaS</a:t>
            </a:r>
            <a:r>
              <a:rPr lang="en-US">
                <a:ea typeface="Calibri"/>
                <a:cs typeface="Calibri"/>
              </a:rPr>
              <a:t> -&gt; Azure Functions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Speicher: Azure Blob Storage, Azure File Storage, Azure Disk Storage</a:t>
            </a:r>
          </a:p>
        </p:txBody>
      </p:sp>
    </p:spTree>
    <p:extLst>
      <p:ext uri="{BB962C8B-B14F-4D97-AF65-F5344CB8AC3E}">
        <p14:creationId xmlns:p14="http://schemas.microsoft.com/office/powerpoint/2010/main" val="1047071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A1A2EB-AC60-B8AD-058F-E4D03E099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ea typeface="Calibri Light"/>
                <a:cs typeface="Calibri Light"/>
              </a:rPr>
              <a:t>Kosten pro Monat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C1E295-735C-895B-3381-88DAFA7D7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>
                <a:ea typeface="Calibri"/>
                <a:cs typeface="Calibri"/>
              </a:rPr>
              <a:t>Anforderungen:</a:t>
            </a:r>
          </a:p>
          <a:p>
            <a:pPr marL="457200" indent="-457200"/>
            <a:r>
              <a:rPr lang="de-DE">
                <a:ea typeface="Calibri"/>
                <a:cs typeface="Calibri"/>
              </a:rPr>
              <a:t>2vCPU</a:t>
            </a:r>
          </a:p>
          <a:p>
            <a:pPr marL="457200" indent="-457200"/>
            <a:r>
              <a:rPr lang="de-DE">
                <a:ea typeface="Calibri"/>
                <a:cs typeface="Calibri"/>
              </a:rPr>
              <a:t>4GB RAM</a:t>
            </a:r>
          </a:p>
          <a:p>
            <a:pPr marL="457200" indent="-457200"/>
            <a:r>
              <a:rPr lang="de-DE">
                <a:ea typeface="Calibri"/>
                <a:cs typeface="Calibri"/>
              </a:rPr>
              <a:t>730h</a:t>
            </a:r>
          </a:p>
          <a:p>
            <a:pPr marL="0" indent="0">
              <a:buNone/>
            </a:pPr>
            <a:r>
              <a:rPr lang="de-DE">
                <a:ea typeface="Calibri"/>
                <a:cs typeface="Calibri"/>
              </a:rPr>
              <a:t>----------------------</a:t>
            </a:r>
          </a:p>
          <a:p>
            <a:pPr marL="0" indent="0">
              <a:buNone/>
            </a:pPr>
            <a:r>
              <a:rPr lang="de-DE">
                <a:ea typeface="Calibri"/>
                <a:cs typeface="Calibri"/>
              </a:rPr>
              <a:t>137.02 Fr.</a:t>
            </a:r>
          </a:p>
        </p:txBody>
      </p:sp>
      <p:pic>
        <p:nvPicPr>
          <p:cNvPr id="4" name="Grafik 3" descr="Ein Bild, das Text, Screenshot, Schrift, Reihe enthält.&#10;&#10;Beschreibung automatisch generiert.">
            <a:extLst>
              <a:ext uri="{FF2B5EF4-FFF2-40B4-BE49-F238E27FC236}">
                <a16:creationId xmlns:a16="http://schemas.microsoft.com/office/drawing/2014/main" id="{A194C149-4644-53F4-2672-452653877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72" y="5151051"/>
            <a:ext cx="12067309" cy="1543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712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</vt:lpstr>
      <vt:lpstr>Microsoft Azure</vt:lpstr>
      <vt:lpstr>Firma</vt:lpstr>
      <vt:lpstr>Cloud &amp; Dienste</vt:lpstr>
      <vt:lpstr>Wichtigste Services</vt:lpstr>
      <vt:lpstr>Kosten pro Monat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Azure</dc:title>
  <dc:creator>Hoffmann, Julie</dc:creator>
  <cp:revision>3</cp:revision>
  <dcterms:created xsi:type="dcterms:W3CDTF">2023-12-04T08:21:50Z</dcterms:created>
  <dcterms:modified xsi:type="dcterms:W3CDTF">2023-12-04T09:32:23Z</dcterms:modified>
</cp:coreProperties>
</file>